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86" d="100"/>
          <a:sy n="86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4:13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2:37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24575,'0'5'0,"0"6"0,0 7 0,0 5 0,0 8 0,0 10 0,0 6 0,0 7 0,0 3 0,0 2 0,0-4 0,0-1 0,0-6 0,5-15 0,1-13-8191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2:38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93 24575,'3'-4'0,"1"0"0,-1 0 0,0-1 0,0 0 0,3-7 0,-4 9 0,-1 0 0,1 0 0,-1 0 0,1 0 0,0 0 0,0 0 0,0 1 0,0-1 0,1 1 0,-1-1 0,1 1 0,-1 0 0,1 0 0,0 0 0,0 0 0,5-1 0,2-1 0,0 1 0,1 1 0,0 0 0,-1 0 0,1 1 0,0 0 0,0 1 0,14 1 0,-19 0 0,1-1 0,-1 1 0,1 0 0,-1 1 0,0 0 0,1 0 0,-1 0 0,0 0 0,0 1 0,-1 0 0,1 0 0,0 1 0,-1 0 0,10 8 0,-12-6 0,1-1 0,-1 0 0,-1 1 0,1 0 0,-1-1 0,0 1 0,0 0 0,0 0 0,-1 1 0,0-1 0,0 0 0,-1 0 0,0 12 0,-1 2 0,-1 1 0,-8 37 0,-1-13 0,-21 56 0,26-86 0,-1 0 0,0 0 0,-1-1 0,0 0 0,-1 0 0,-1-1 0,-14 16 0,17-23 0,0 0 0,-1-1 0,0 0 0,0 0 0,0-1 0,0 0 0,-1 0 0,1-1 0,-1 0 0,0-1 0,0 1 0,0-2 0,0 1 0,0-2 0,0 1 0,-18-2 0,18 1 0,0-1 0,0 0 0,1-1 0,-1 0 0,0 0 0,1-1 0,0 0 0,0 0 0,0-1 0,0 0 0,0 0 0,1-1 0,0 0 0,0-1 0,0 1 0,0-1 0,-8-11 0,14 16 0,0 0 0,1 0 0,-1 1 0,0-1 0,1 0 0,-1 0 0,1 0 0,0 1 0,-1-1 0,1 0 0,0 0 0,-1 0 0,1 0 0,0 0 0,0 0 0,0 0 0,0 0 0,0 0 0,0 0 0,0 0 0,0 0 0,0 0 0,0 1 0,0-1 0,1 0 0,-1 0 0,0 0 0,1 0 0,-1 0 0,1 0 0,-1 1 0,1-1 0,-1 0 0,1 0 0,0 1 0,-1-1 0,1 0 0,0 1 0,-1-1 0,1 0 0,0 1 0,0-1 0,0 1 0,-1-1 0,1 1 0,0 0 0,0-1 0,0 1 0,1 0 0,5-2 0,0 0 0,0 0 0,0 1 0,0 0 0,10-1 0,8 2 0,-1 1 0,1 1 0,-1 2 0,0 0 0,0 1 0,45 16 0,-55-16 0,-1 1 0,1 0 0,-1 1 0,0 1 0,-1 0 0,0 0 0,0 1 0,-1 1 0,0 0 0,0 0 0,-1 1 0,16 23 0,-23-27 0,1 1 0,-1-1 0,0 1 0,-1 0 0,0 0 0,0 0 0,0 0 0,0 14 0,-4 72 0,0-51 0,1 30-1365,1-43-5461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2:39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24575,'10'0'0,"9"0"0,10 0 0,6 0 0,6 0 0,2 0 0,-2 0 0,-3 0 0,-3 0 0,-7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2:39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24575,'5'0'0,"2"5"0,4 11 0,5 9 0,1 4 0,-4 3 0,2 0 0,3 1 0,-2-2 0,2 0 0,-2 0 0,-4-2 0,1-4 0,3-8 0,-1-11 0,6-16 0,1-7-8191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2:40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12 24575,'0'-5'0,"-10"-2"0,-13 11 0,-3 10 0,-2 6 0,-1 6 0,0 3 0,4 1 0,2 2 0,-1-6 0,4-7-8191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2:41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0 24575,'0'3'0,"-1"0"0,0 0 0,-1 0 0,1 0 0,0-1 0,-1 1 0,1 0 0,-1-1 0,0 0 0,0 1 0,0-1 0,0 0 0,0 0 0,-1 0 0,1 0 0,-1 0 0,1-1 0,-5 3 0,3-1 0,0-1 0,0 2 0,0-1 0,0 0 0,1 1 0,-4 4 0,-9 21 0,2 1 0,1 0 0,-13 47 0,11-32 0,9-21 0,0 0 0,2 0 0,0 0 0,2 0 0,2 44 0,-3 16 0,-2-43 64,-18 75 0,1-12-1557,18-78-5333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3:35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24575,'0'-10'0,"0"-8"0,5-6 0,1-4 0,5 3 0,1 6-8191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3:33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24575,'0'10'0,"-5"18"0,-1 20 0,0 10 0,1 7 0,1 11 0,2 3 0,-4 8 0,-1-6 0,0-12 0,3-13 0,0-15-8191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3:34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0 359 24575,'12'-20'0,"1"0"0,0 0 0,1 1 0,2 1 0,-1 1 0,2 0 0,30-23 0,-9 12 0,1 1 0,74-37 0,-88 51 0,1 1 0,0 2 0,1 0 0,44-9 0,-61 17 0,0 1 0,0 0 0,0 1 0,0 0 0,0 1 0,0 0 0,12 2 0,-17-2 0,1 1 0,0 0 0,0 0 0,-1 1 0,1 0 0,-1 0 0,0 0 0,1 0 0,-2 1 0,1 0 0,0 0 0,7 8 0,-10-9 0,0 0 0,1 1 0,-1-1 0,0 0 0,-1 1 0,1 0 0,0-1 0,-1 1 0,0 0 0,0 0 0,0-1 0,-1 1 0,1 0 0,-1 0 0,0 5 0,-1-1 0,0 0 0,0 0 0,-1 0 0,0 0 0,0 0 0,-1-1 0,-3 9 0,-5 5 0,-1-1 0,-1 0 0,-1 0 0,-18 19 0,0-1 0,-1-3 0,-2 0 0,-2-3 0,-1-1 0,-47 30 0,61-49 0,-1 0 0,-1-2 0,0-1 0,0-1 0,-51 9 0,33-8 0,25-2 0,25-4 0,34-4 0,58-12 0,-52 5 0,66-1 0,-100 8 0,1 2 0,-1-1 0,1 2 0,-1 0 0,1 0 0,-1 1 0,0 0 0,0 1 0,-1 1 0,13 6 0,-19-8 0,0 0 0,0 0 0,0 1 0,-1-1 0,0 1 0,0 0 0,0 0 0,0 1 0,0-1 0,-1 1 0,0 0 0,0 0 0,0 0 0,-1 0 0,1 0 0,-1 1 0,-1-1 0,1 1 0,-1-1 0,0 1 0,0 0 0,0 0 0,-1-1 0,0 1 0,0 0 0,0 0 0,-3 8 0,-2 12 0,-2-1 0,0 0 0,-2 0 0,-20 40 0,22-51 0,-5 11 0,-2 10 0,-3-2 0,-1 0 0,-26 36 0,38-60 0,-1-1 0,0 0 0,0 0 0,-1 0 0,0-1 0,0-1 0,-1 1 0,0-1 0,0-1 0,0 0 0,-1 0 0,0-1 0,0 0 0,0 0 0,-20 3 0,0-2-1365,4 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3:35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41 24575,'5'-5'0,"0"0"0,1 0 0,0 1 0,0 0 0,0 0 0,12-6 0,-17 10 0,0-1 0,0 0 0,1 1 0,-1 0 0,0-1 0,1 1 0,-1 0 0,0-1 0,1 1 0,-1 0 0,0 0 0,1 0 0,-1 0 0,0 0 0,1 1 0,-1-1 0,0 0 0,1 1 0,-1-1 0,0 1 0,0-1 0,1 1 0,-1-1 0,0 1 0,0 0 0,0 0 0,0 0 0,0-1 0,0 1 0,0 0 0,0 0 0,0 0 0,0 1 0,-1-1 0,1 0 0,0 0 0,-1 0 0,1 0 0,-1 1 0,1-1 0,0 3 0,1 4 0,0 1 0,-1-1 0,0 1 0,-1-1 0,1 1 0,-1 0 0,-1-1 0,0 1 0,-3 12 0,-25 81 0,12-50 0,-105 382 0,114-395 0,2-1 0,1 1 0,2 0 0,5 75 0,-1-50 0,-1-57-170,0 0-1,1 1 0,-1-1 1,2 0-1,-1 0 0,1 0 1,3 10-1,8 6-6655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3:36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0 285 24575,'1'-4'0,"0"1"0,1-1 0,-1 1 0,1 0 0,0 0 0,-1 0 0,1-1 0,1 2 0,-1-1 0,0 0 0,5-4 0,2-3 0,3-5 0,0 1 0,1 0 0,0 1 0,1 1 0,0 0 0,1 1 0,1 0 0,18-9 0,21-13 0,-44 25 0,0 1 0,1-1 0,0 2 0,0 0 0,1 0 0,0 2 0,0-1 0,14-2 0,61-8-1365,-64 10-5461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3:05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24575,'0'20'0,"0"21"0,0 9 0,0 5 0,0 14 0,0 0 0,0 3 0,0 4 0,0-5 0,0-11 0,0-10 0,0-24 0,0-20 0,0-22 0,0-8-8191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3:06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1 153 24575,'0'-7'0,"0"1"0,0-1 0,1 1 0,0-1 0,0 1 0,0-1 0,1 1 0,0 0 0,0 0 0,1 0 0,0 0 0,0 0 0,0 0 0,6-7 0,-4 9 0,-1 0 0,1 0 0,0 0 0,0 0 0,0 1 0,1-1 0,-1 1 0,1 1 0,-1-1 0,1 1 0,0 0 0,0 0 0,0 1 0,1-1 0,5 1 0,38-4 0,0 3 0,92 8 0,-136-5 0,1-1 0,-1 1 0,0 1 0,0-1 0,-1 1 0,1 0 0,0 0 0,0 1 0,-1 0 0,8 4 0,-11-5 0,0 0 0,1 0 0,-1 0 0,0 0 0,0 0 0,0 1 0,-1-1 0,1 1 0,-1-1 0,1 1 0,-1 0 0,0-1 0,0 1 0,0 0 0,0 0 0,0 0 0,-1 0 0,1 0 0,-1 0 0,0 0 0,0 0 0,0 0 0,-1 4 0,-1 3 0,0-1 0,-1 1 0,0-1 0,0 0 0,-1 0 0,0 0 0,-1 0 0,0-1 0,-1 0 0,1 0 0,-1 0 0,-1 0 0,0-1 0,0 0 0,0-1 0,-10 7 0,-16 10 0,0-1 0,-62 28 0,73-39 0,-15 7 0,25-14 0,-1 2 0,1 0 0,0 0 0,1 1 0,0 0 0,0 1 0,0 1 0,-12 12 0,23-21 0,-1 1 0,1 0 0,-1 0 0,1-1 0,0 1 0,-1 0 0,1 0 0,0 0 0,0-1 0,0 1 0,-1 0 0,1 0 0,0 0 0,0 0 0,0 0 0,0-1 0,1 1 0,-1 0 0,0 0 0,0 0 0,0 0 0,1-1 0,-1 1 0,0 0 0,1 0 0,-1 0 0,1-1 0,-1 1 0,1 0 0,-1-1 0,1 1 0,-1 0 0,1-1 0,0 1 0,-1-1 0,1 1 0,0-1 0,-1 1 0,1-1 0,1 1 0,36 17 0,-31-15 0,74 27-682,108 27-1,-150-49-6143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3:06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24575,'4'0'0,"8"0"0,6 0 0,4 0 0,5 0 0,11 0 0,6 0 0,-1 0 0,2 0 0,-1 0 0,-3 0 0,-4 0 0,-3 0 0,-7 0-8191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3:06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 24575,'0'0'0,"0"-1"0,1 1 0,-1 0 0,0 0 0,0-1 0,1 1 0,-1 0 0,0 0 0,1-1 0,-1 1 0,0 0 0,0 0 0,1 0 0,-1 0 0,1 0 0,-1 0 0,0-1 0,1 1 0,-1 0 0,0 0 0,1 0 0,-1 0 0,0 0 0,1 0 0,-1 0 0,0 1 0,1-1 0,-1 0 0,0 0 0,1 0 0,-1 0 0,1 0 0,7 13 0,3 25 0,-10-30 0,20 96 0,-15-64 0,2 1 0,2-1 0,24 64 0,-32-100 0,0-1 0,-1 1 0,1-1 0,0 1 0,1-1 0,-1 0 0,1 0 0,-1 0 0,1 0 0,0-1 0,0 1 0,0-1 0,5 4 0,-6-6 0,0 1 0,0 0 0,0-1 0,0 1 0,0-1 0,0 0 0,0 0 0,1 0 0,-1 0 0,0 0 0,0 0 0,0 0 0,0-1 0,0 1 0,0-1 0,0 1 0,0-1 0,0 0 0,0 0 0,0 0 0,0 0 0,-1 0 0,1 0 0,0-1 0,-1 1 0,3-3 0,5-5 0,0-1 0,0 0 0,-1-1 0,0 0 0,-1 0 0,0-1 0,-1 0 0,-1 0 0,8-22 0,2-15 0,9-60 0,-13 54 0,-5 29-341,0 0 0,2 1-1,18-43 1,-7 33-6485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3:07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24575,'0'780'-1365,"0"-748"-5461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7:58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1735 52 24575,'-43'37'0,"-71"82"0,56-56 0,38-42 0,-92 98 0,-164 221 0,198-220 0,-77 159 0,112-187 0,3 2 0,-40 149 0,70-208 0,2 0 0,2 1 0,-3 45 0,9-76 0,0 0 0,0-1 0,0 1 0,0 0 0,1-1 0,0 1 0,0-1 0,0 1 0,1-1 0,-1 1 0,1-1 0,0 0 0,0 0 0,1 0 0,-1 0 0,7 7 0,-5-7 0,1 0 0,0-1 0,0 0 0,0 1 0,0-2 0,1 1 0,-1-1 0,1 1 0,0-1 0,0-1 0,0 1 0,10 0 0,7 0 1,-1-1 1,1-1-1,0 0 0,0-2 0,-1-1 1,1-1-1,-1-1 0,0-1 0,0 0 1,36-18-1,0-3-63,-2-3 0,92-65 0,-27 2-152,-4-4-1,-5-6 0,130-153 1,-161 161 214,124-190 0,-167 221 0,-2-2 0,-3-1 0,-3-2 0,27-93 0,-48 130 0,8-58 0,-16 76 0,0 0 0,0 0 0,-2 0 0,0 0 0,0 0 0,-5-16 0,5 25 0,0 1 0,0-1 0,-1 1 0,0-1 0,0 1 0,0-1 0,-1 1 0,1 0 0,-1 0 0,0 0 0,0 1 0,0-1 0,-1 1 0,1 0 0,-1-1 0,0 2 0,0-1 0,0 0 0,0 1 0,0 0 0,-1 0 0,1 0 0,-1 0 0,1 1 0,-1-1 0,0 1 0,-4 0 0,-8 0 0,0 0 0,-1 1 0,1 1 0,0 1 0,1 0 0,-30 8 0,-51 20-35,0 4 1,-105 53 0,-122 65-138,8 15 1,-315 220 0,617-377 170,-188 138-86,169-120 68,2 0-1,1 2 0,-46 61 0,69-83 20,1 1 0,1 0 0,-1 0 0,1 0 0,1 0 0,0 1 0,0 0 0,-3 18 0,6-24 0,1 0 0,0 0 0,0 0 0,0-1 0,0 1 0,1 0 0,-1 0 0,1 0 0,0 0 0,1 0 0,-1-1 0,1 1 0,-1 0 0,1-1 0,0 1 0,0-1 0,1 0 0,-1 0 0,1 0 0,-1 0 0,1 0 0,0 0 0,0-1 0,0 1 0,7 3 0,5 3 0,0-1 0,1-1 0,0 0 0,0-1 0,25 6 0,100 15 0,-51-16 49,1-4 0,0-3 0,0-5 0,-1-4 0,1-4 0,-1-3 0,113-32 0,-135 25-10,-1-3 0,0-3 0,-2-3 0,-1-3 0,-2-3 1,-1-2-1,-1-3 0,-3-2 0,102-95 0,-125 102-34,-2-2 0,-1-1 0,-2-1 0,-2-1 0,24-46 0,-42 65 6,0 0 1,-1 0 0,-1-1 0,-1 1 0,6-37 0,-11 43-5,0 0 1,0 0-1,-1 0 0,-1 0 0,-1 0 1,0 0-1,0 0 0,-1 1 0,-8-22 1,6 24-8,0 0 0,-1 1 0,0 0 0,0 0 0,-1 0 0,-1 0 0,0 1 0,0 1 0,0-1 0,-1 1 0,0 1 0,-1 0 0,0 0 0,-18-9 0,3 4 0,-1 1 0,0 2 0,0 0 0,-1 2 0,-36-5 0,7 5 0,-2 2 0,1 3 1,0 2-1,-1 2 0,1 4 1,0 1-1,1 4 0,-107 33 0,76-14-8,2 5-1,2 3 1,2 3-1,-145 100 0,156-91 8,3 4-1,2 2 0,3 3 1,2 3-1,-53 71 0,82-91 3,1 2-1,2 0 0,2 2 0,2 1 0,3 1 1,1 1-1,3 1 0,1 0 0,-11 71 0,24-101 0,0 0 0,2 0 0,0 0 0,2 1 0,0-1 0,5 27 0,-4-38 0,0 0 0,1 0 0,1 0 0,-1 0 0,1 0 0,1-1 0,-1 1 0,2-1 0,-1-1 0,1 1 0,0-1 0,1 0 0,-1 0 0,1 0 0,10 6 0,-5-5 0,1 0 0,0-1 0,0-1 0,0 0 0,1-1 0,-1 0 0,19 3 0,-3-2 0,1-2 0,53 1 0,-2-7-16,0-4-1,-1-3 1,0-3-1,0-4 1,121-42-1,-96 21-8,-3-6 1,-1-3-1,151-96 0,-188 101 25,-2-3 0,-2-3 0,-2-3 0,-2-2 0,-3-2 0,-2-3 0,63-90 0,-95 119 0,-2-2 0,0 0 0,-2 0 0,-1-2 0,11-38 0,-21 54 0,0 0 0,-1 0 0,-1 0 0,0 0 0,-1-1 0,-1 1 0,0 0 0,-2-1 0,0 1 0,0 0 0,-2 0 0,-8-26 0,5 25 0,-1 1 0,-1 0 0,0 1 0,-1 0 0,0 1 0,-1 0 0,-1 0 0,0 1 0,-1 1 0,0 0 0,-1 1 0,-15-10 0,1 3 0,-1 2 0,-1 1 0,0 1 0,0 1 0,-54-14 0,47 19-28,0 1 1,-1 2-1,0 1 0,0 2 1,0 2-1,0 2 0,0 1 1,0 2-1,0 1 0,-59 19 1,47-9-15,0 3 0,1 1-1,1 3 1,2 2 0,0 2 0,1 2 0,-42 36 0,65-46 138,0 0 0,2 2 0,0 0 0,-27 38 1,38-45-39,0 1 1,1-1 0,1 1-1,0 1 1,1-1 0,1 1-1,0 0 1,1 1 0,-2 24 0,4-17-59,2 0 0,0 0 0,2 0 0,0 0 0,7 26 0,4 2 0,27 68 0,5-8-209,6-2 0,91 148 0,164 183-417,-50-140 943,-198-243-211,2-3 0,125 87-1,-123-102-1254,-9-7-4597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7:59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3648 0 24575,'-9'2'0,"0"-1"0,-1 1 0,1 1 0,0 0 0,1 0 0,-1 1 0,0 0 0,-13 8 0,9-5 0,-1 1 0,0 0 0,0 1 0,1 0 0,0 2 0,1-1 0,0 1 0,1 1 0,0 0 0,1 0 0,0 1 0,1 1 0,1-1 0,0 2 0,0-1 0,2 1 0,0 0 0,0 0 0,-4 24 0,2 4 0,1 1 0,2 0 0,2 65 0,19 134 0,-7-134 0,-6-77 0,-2-1 0,-1 1 0,-6 41 0,4-61 0,0 0 0,-1 0 0,-1-1 0,0 1 0,0-1 0,-1 0 0,0 0 0,-1 0 0,-1-1 0,1 0 0,-15 16 0,5-10 0,-1-1 0,-1-1 0,0 0 0,-1-2 0,0 0 0,-1-1 0,0-1 0,-29 10 0,-181 48 0,197-60 0,-102 25 0,-3-1 0,-225 84 0,348-109 0,-1 0 0,0 1 0,1 0 0,1 1 0,-24 19 0,36-26 0,-1 0 0,1 0 0,-1 1 0,1-1 0,0 1 0,0-1 0,0 1 0,1 0 0,-1 0 0,1-1 0,-1 1 0,1 0 0,0 1 0,0-1 0,0 0 0,0 0 0,1 0 0,0 1 0,-1-1 0,1 0 0,0 0 0,0 1 0,1-1 0,-1 0 0,1 0 0,-1 0 0,1 1 0,0-1 0,1 0 0,-1 0 0,0 0 0,1 0 0,-1-1 0,1 1 0,0 0 0,4 4 0,5 6 0,1-1 0,0 0 0,0-1 0,1-1 0,24 16 0,78 36 0,-81-45 0,-28-14 0,1 0 0,0 1 0,0 0 0,0 0 0,-1 0 0,11 10 0,-16-14 0,-1 1 0,1 0 0,-1 0 0,1-1 0,-1 1 0,1 0 0,-1 0 0,1-1 0,-1 1 0,0 0 0,1 0 0,-1 0 0,0 0 0,0 0 0,0 0 0,1 0 0,-1-1 0,0 1 0,0 0 0,-1 0 0,1 0 0,0 1 0,-1 0 0,0 0 0,0-1 0,0 1 0,0-1 0,0 1 0,-1-1 0,1 1 0,0-1 0,-1 0 0,1 0 0,-1 1 0,0-1 0,1 0 0,-1-1 0,-2 2 0,-27 11 0,1-1 0,-40 9 0,17-5 0,-37 13 0,2 5 0,1 3 0,2 4 0,2 3 0,2 5 0,2 2 0,-104 90 0,164-125 0,0 2 0,2 0 0,0 2 0,1 0 0,-25 40 0,36-51 0,1-1 0,0 1 0,0 0 0,1 0 0,0 0 0,1 0 0,0 0 0,0 1 0,1-1 0,0 1 0,1-1 0,0 1 0,1-1 0,0 1 0,0-1 0,1 1 0,0-1 0,6 15 0,3 0 0,1 0 0,19 27 0,-22-36 0,-8-14 0,2 4 0,0 0 0,0 0 0,0 0 0,-1 1 0,4 10 0,-6-14 0,1 1 0,-1-1 0,0 0 0,0 1 0,0-1 0,0 0 0,-1 1 0,1-1 0,-1 0 0,1 1 0,-1-1 0,0 0 0,0 0 0,0 0 0,0 0 0,0 1 0,0-1 0,-1-1 0,-1 3 0,-11 11 0,0-2 0,-1 1 0,-1-2 0,0 0 0,-27 14 0,15-8 0,-173 108 0,-151 101 0,260-162 0,-140 130 0,195-160 0,2 3 0,1 1 0,2 1 0,-39 66 0,59-85 0,1 0 0,1 0 0,1 1 0,1 0 0,1 1 0,1-1 0,1 1 0,1 1 0,1-1 0,1 1 0,2 46 0,23 84-1365,-15-117-5461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5T23:38:00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5304 1099 24575,'-163'187'-1109,"-236"213"0,60-108 580,253-227 793,-3-4-1,-108 57 1,195-118-259,-16 11 67,0-1-1,-1-1 1,-1-1-1,1-1 1,-1 0 0,-30 4-1,48-10-66,-1-1 0,1 0 0,-1 0 0,0 0 0,1 0 1,-1 0-1,1-1 0,-1 1 0,1-1 0,-1 0 0,1 1 0,-1-1 0,1 0 0,-1-1 0,1 1 0,0 0 0,-3-3 0,1 1-6,2-1-1,-1 1 0,0-1 1,0 0-1,1 0 0,0 0 1,0 0-1,0 0 0,0 0 1,-1-6-1,-7-33 304,1 0 1,-4-72-1,8 72-61,-40-316-540,-119-454 0,149 753 299,-2 1 0,-39-89 0,54 143 24,0 1 1,0 0 0,0 0-1,0 0 1,0 0-1,-1 0 1,0 0 0,0 1-1,0-1 1,0 1 0,0 0-1,-1 0 1,0 0 0,1 0-1,-1 1 1,0-1-1,0 1 1,-1 0 0,1 0-1,0 0 1,-1 1 0,1 0-1,-1 0 1,1 0-1,-1 0 1,1 1 0,-10 0-1,-316 5 124,35 1-160,223-8 13,0-4-1,-79-15 1,59-1-42,-121-44-1,-86-51-500,-86-31 337,88 70 205,255 70 0,0 3 0,0 1 0,0 2 0,0 2 0,-51 6 0,81-5 52,-1 1 0,1 1 0,-1 0 0,1 1 0,0 0 0,0 1 0,0 0-1,1 1 1,0 0 0,0 1 0,1 0 0,-1 0 0,1 1 0,1 1-1,-10 10 1,-6 9-52,6-4 0,-2-2 0,-1 0 0,-28 21 0,43-37 0,-1-1 0,0 0 0,0-1 0,0 0 0,0 0 0,-1-1 0,1 0 0,-1 0 0,0-1 0,0 0 0,0-1 0,0 0 0,0 0 0,0-1 0,-11-1 0,-136-27 0,47 6 0,94 20-341,1-1 0,0-1-1,-23-8 1,16 2-6485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77B2-4F3F-FCFD-783C-B0030560C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8EC8D-2B8A-92D4-49DC-30A60969A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18EB0-6523-E558-3570-390E9B09C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792BA-67CB-3F14-D7E1-620C00902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534C-A65E-1068-9BF2-0B896919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0893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96B4-59B0-CEA3-D0CB-297F94F1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33E3-31AA-CA9B-674E-C462BCB1E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98760-B332-1884-7E85-8C753233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3DE7E-1CAA-318E-B871-089CC3A8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3D025-FCB3-2ECF-67F4-44141334B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399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8232-A29C-A247-007C-04BE2BE83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87FEE-0FAE-8990-1DF4-B5B02C42F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DEED5-7FE0-B944-63E1-345D2B74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B1B85-BF6A-C97D-6752-8F15F8DE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1FA3F-A609-88E7-B610-18450F59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829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76338-176B-87B5-0A0B-1420814D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A955F-78DD-7BC0-60B8-0D440AB99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52EAE-DE0B-41F0-E5B8-ECC607B57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B5E90-87D5-A9F4-86F2-A0BBEA4F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53EB7-FE0C-D669-6D3A-0E679D29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BAC7A-9E96-7442-8340-F1CE5B89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074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5DFE7-6C9D-CFDA-7495-30CC8C649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9A7C-BF42-DA3C-DD64-560E4CD63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888F8-8D05-2528-E7BB-377EAAAC9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7B691F-B119-D0CE-C41A-B595AA07D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9F931-A613-602C-D724-0002EB181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CE1D7-00AB-6253-0CEF-79E2664E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23255D-AD65-9EED-BAF6-D55149D2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28CA3-8A8E-DAA1-D2B4-D53E4C2F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8737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B36D-C846-A3F6-8895-E59191DD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80E1A-6D05-A9E3-BD69-8AA47408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3EB80-AFDF-E37B-4666-33E60F13B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3E027-F02E-D78E-95A7-39239A701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6544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0C9255-7674-BBF6-E497-CCA04B26B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86C7D-398D-2972-095C-4A4BFB6A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0A2C9-C056-541B-B99D-529527F9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407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DC874-9035-ABCB-BFA4-EFAEFC752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7B81D-E443-D899-E81E-795DB6D2B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28373-B008-01E1-05A0-2FDB39C41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79CB9-7669-9F60-5CDB-8E57E6102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E65A7-C32A-4A4B-80DE-88A97BE9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19170-0B5F-B908-E07B-CD40FD3F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0077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79D9-1494-5380-CD03-11C572C95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1B4A3-806D-E514-5F28-EF734498B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E56B5-6C3B-A2E4-1504-C838E742D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43060-6F4E-BC15-898C-02CCB552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B2629-FE80-DBB4-2AEA-2E8D35BA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6CD11-7D04-9B73-DEA8-438E05B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170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72EE-D8F9-889D-64A4-D99E9F29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A777F-C344-65EC-38E2-FF4A7731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8E3A6-A073-65AB-922A-5AE31E3A0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ECF83-5177-7278-AA76-F5429AE8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4A052-42BA-889E-BE58-588C42D5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875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3DFE8-8D05-906D-BBF6-EAACEE9146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D1C1E-B61D-B456-9BDE-061A47FA0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E7AF4-8E80-B10D-216F-96630A1E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1B97F-32AE-C33B-004E-75416209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3E89B-7EB3-D68F-D23C-F22FB204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8300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15467-9503-3800-C3DE-B1E0EE22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4DE55-D8FD-11E6-1BB2-7FF6A4ED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F7C5B-9489-7F86-72C6-CD12FA5E4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DAEAF-8E15-49A8-86CD-3B02A583C720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4318D-1853-DE2B-02D4-3AC215982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C401D-E7AF-FC92-AB99-F59AC2AEB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F0A7B-5939-40E0-9897-B67DC90CFF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19958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7.xml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5.xml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13.xml"/><Relationship Id="rId18" Type="http://schemas.openxmlformats.org/officeDocument/2006/relationships/image" Target="../media/image22.png"/><Relationship Id="rId26" Type="http://schemas.openxmlformats.org/officeDocument/2006/relationships/image" Target="../media/image26.png"/><Relationship Id="rId3" Type="http://schemas.openxmlformats.org/officeDocument/2006/relationships/customXml" Target="../ink/ink8.xml"/><Relationship Id="rId21" Type="http://schemas.openxmlformats.org/officeDocument/2006/relationships/customXml" Target="../ink/ink17.xml"/><Relationship Id="rId7" Type="http://schemas.openxmlformats.org/officeDocument/2006/relationships/customXml" Target="../ink/ink10.xml"/><Relationship Id="rId12" Type="http://schemas.openxmlformats.org/officeDocument/2006/relationships/image" Target="../media/image19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customXml" Target="../ink/ink12.xml"/><Relationship Id="rId24" Type="http://schemas.openxmlformats.org/officeDocument/2006/relationships/image" Target="../media/image25.png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27.png"/><Relationship Id="rId10" Type="http://schemas.openxmlformats.org/officeDocument/2006/relationships/image" Target="../media/image18.png"/><Relationship Id="rId19" Type="http://schemas.openxmlformats.org/officeDocument/2006/relationships/customXml" Target="../ink/ink16.xml"/><Relationship Id="rId4" Type="http://schemas.openxmlformats.org/officeDocument/2006/relationships/image" Target="../media/image15.png"/><Relationship Id="rId9" Type="http://schemas.openxmlformats.org/officeDocument/2006/relationships/customXml" Target="../ink/ink11.xml"/><Relationship Id="rId14" Type="http://schemas.openxmlformats.org/officeDocument/2006/relationships/image" Target="../media/image20.png"/><Relationship Id="rId22" Type="http://schemas.openxmlformats.org/officeDocument/2006/relationships/image" Target="../media/image24.png"/><Relationship Id="rId27" Type="http://schemas.openxmlformats.org/officeDocument/2006/relationships/customXml" Target="../ink/ink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lor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6197B-77AC-F581-C31A-BF321A4335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Counterexample doesn’t work?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51414A-9226-ED2F-0C20-5B697F31EBCF}"/>
                  </a:ext>
                </a:extLst>
              </p14:cNvPr>
              <p14:cNvContentPartPr/>
              <p14:nvPr/>
            </p14:nvContentPartPr>
            <p14:xfrm>
              <a:off x="6274606" y="3163618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51414A-9226-ED2F-0C20-5B697F31EB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8486" y="315749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Subtitle 5">
            <a:extLst>
              <a:ext uri="{FF2B5EF4-FFF2-40B4-BE49-F238E27FC236}">
                <a16:creationId xmlns:a16="http://schemas.microsoft.com/office/drawing/2014/main" id="{FF550AF6-FE4C-D401-584F-F292F02462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172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0">
            <a:extLst>
              <a:ext uri="{FF2B5EF4-FFF2-40B4-BE49-F238E27FC236}">
                <a16:creationId xmlns:a16="http://schemas.microsoft.com/office/drawing/2014/main" id="{80DABBCA-7473-D9A3-82E5-0B00A0CF336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42"/>
          <a:stretch>
            <a:fillRect/>
          </a:stretch>
        </p:blipFill>
        <p:spPr>
          <a:xfrm>
            <a:off x="0" y="0"/>
            <a:ext cx="12192000" cy="685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3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.0">
            <a:extLst>
              <a:ext uri="{FF2B5EF4-FFF2-40B4-BE49-F238E27FC236}">
                <a16:creationId xmlns:a16="http://schemas.microsoft.com/office/drawing/2014/main" id="{E86AF79B-3C36-4BF7-E731-D98BF67686E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" y="0"/>
            <a:ext cx="11339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46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.0">
            <a:extLst>
              <a:ext uri="{FF2B5EF4-FFF2-40B4-BE49-F238E27FC236}">
                <a16:creationId xmlns:a16="http://schemas.microsoft.com/office/drawing/2014/main" id="{330FD19D-C24A-D3EF-1B58-C77977D834B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" y="0"/>
            <a:ext cx="11339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1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.0">
            <a:extLst>
              <a:ext uri="{FF2B5EF4-FFF2-40B4-BE49-F238E27FC236}">
                <a16:creationId xmlns:a16="http://schemas.microsoft.com/office/drawing/2014/main" id="{03EB45E0-A9B5-8653-3C61-9AA47D0B72F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" y="0"/>
            <a:ext cx="11339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2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.0">
            <a:extLst>
              <a:ext uri="{FF2B5EF4-FFF2-40B4-BE49-F238E27FC236}">
                <a16:creationId xmlns:a16="http://schemas.microsoft.com/office/drawing/2014/main" id="{B8BF8EF9-AED2-522B-12B5-C64E498CE7D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" y="0"/>
            <a:ext cx="11339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96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.0">
            <a:extLst>
              <a:ext uri="{FF2B5EF4-FFF2-40B4-BE49-F238E27FC236}">
                <a16:creationId xmlns:a16="http://schemas.microsoft.com/office/drawing/2014/main" id="{36963A31-B53A-9B70-0035-5E9811BFEC5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263" y="0"/>
            <a:ext cx="10021887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BC73009-11FB-8337-F6A9-1BCD2D4452E1}"/>
              </a:ext>
            </a:extLst>
          </p:cNvPr>
          <p:cNvGrpSpPr/>
          <p:nvPr/>
        </p:nvGrpSpPr>
        <p:grpSpPr>
          <a:xfrm>
            <a:off x="8699566" y="3256498"/>
            <a:ext cx="707760" cy="473760"/>
            <a:chOff x="8699566" y="3256498"/>
            <a:chExt cx="70776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15506C-31C7-1B92-7EA6-B4A34F65596C}"/>
                    </a:ext>
                  </a:extLst>
                </p14:cNvPr>
                <p14:cNvContentPartPr/>
                <p14:nvPr/>
              </p14:nvContentPartPr>
              <p14:xfrm>
                <a:off x="8712886" y="3300058"/>
                <a:ext cx="4320" cy="200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15506C-31C7-1B92-7EA6-B4A34F65596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706766" y="3293938"/>
                  <a:ext cx="16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C3FF968-BA9F-411E-6688-5F024FDBDCE1}"/>
                    </a:ext>
                  </a:extLst>
                </p14:cNvPr>
                <p14:cNvContentPartPr/>
                <p14:nvPr/>
              </p14:nvContentPartPr>
              <p14:xfrm>
                <a:off x="8699566" y="3256498"/>
                <a:ext cx="173160" cy="337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C3FF968-BA9F-411E-6688-5F024FDBDCE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93446" y="3250378"/>
                  <a:ext cx="1854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B830AE7-1CB8-CCF5-CA88-CDEFA6173EEC}"/>
                    </a:ext>
                  </a:extLst>
                </p14:cNvPr>
                <p14:cNvContentPartPr/>
                <p14:nvPr/>
              </p14:nvContentPartPr>
              <p14:xfrm>
                <a:off x="8944006" y="3436858"/>
                <a:ext cx="11520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B830AE7-1CB8-CCF5-CA88-CDEFA6173EE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37886" y="3430738"/>
                  <a:ext cx="127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04B8CD5-4287-C332-7A51-22ED14A48712}"/>
                    </a:ext>
                  </a:extLst>
                </p14:cNvPr>
                <p14:cNvContentPartPr/>
                <p14:nvPr/>
              </p14:nvContentPartPr>
              <p14:xfrm>
                <a:off x="9154606" y="3331378"/>
                <a:ext cx="90360" cy="123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04B8CD5-4287-C332-7A51-22ED14A4871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48486" y="3325258"/>
                  <a:ext cx="102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EB09C7-8A4D-6082-96C4-EFF02AD8A89C}"/>
                    </a:ext>
                  </a:extLst>
                </p14:cNvPr>
                <p14:cNvContentPartPr/>
                <p14:nvPr/>
              </p14:nvContentPartPr>
              <p14:xfrm>
                <a:off x="9321646" y="3337858"/>
                <a:ext cx="85680" cy="72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EB09C7-8A4D-6082-96C4-EFF02AD8A89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15526" y="3331738"/>
                  <a:ext cx="97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202375-429E-1A76-E054-89BA7E803280}"/>
                    </a:ext>
                  </a:extLst>
                </p14:cNvPr>
                <p14:cNvContentPartPr/>
                <p14:nvPr/>
              </p14:nvContentPartPr>
              <p14:xfrm>
                <a:off x="9228406" y="3426418"/>
                <a:ext cx="83880" cy="303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202375-429E-1A76-E054-89BA7E80328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222286" y="3420298"/>
                  <a:ext cx="96120" cy="316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BBE870C-F1B3-B921-BAEE-77F156890EE7}"/>
              </a:ext>
            </a:extLst>
          </p:cNvPr>
          <p:cNvSpPr txBox="1"/>
          <p:nvPr/>
        </p:nvSpPr>
        <p:spPr>
          <a:xfrm flipH="1">
            <a:off x="7341834" y="138538"/>
            <a:ext cx="5166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Case2: If the </a:t>
            </a:r>
            <a:r>
              <a:rPr lang="en-GB" dirty="0" err="1">
                <a:solidFill>
                  <a:schemeClr val="bg1"/>
                </a:solidFill>
              </a:rPr>
              <a:t>kempe</a:t>
            </a:r>
            <a:r>
              <a:rPr lang="en-GB" dirty="0">
                <a:solidFill>
                  <a:schemeClr val="bg1"/>
                </a:solidFill>
              </a:rPr>
              <a:t> chain was on the inside.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The B-Y </a:t>
            </a:r>
            <a:r>
              <a:rPr lang="en-GB" dirty="0" err="1">
                <a:solidFill>
                  <a:schemeClr val="bg1"/>
                </a:solidFill>
              </a:rPr>
              <a:t>kempe</a:t>
            </a:r>
            <a:r>
              <a:rPr lang="en-GB" dirty="0">
                <a:solidFill>
                  <a:schemeClr val="bg1"/>
                </a:solidFill>
              </a:rPr>
              <a:t> chain is destroyed from the R-Y toggling?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013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.0">
            <a:extLst>
              <a:ext uri="{FF2B5EF4-FFF2-40B4-BE49-F238E27FC236}">
                <a16:creationId xmlns:a16="http://schemas.microsoft.com/office/drawing/2014/main" id="{FC672146-D57B-3DB6-71E0-4E6105629F3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263" y="0"/>
            <a:ext cx="1002188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0443E01-1BA8-DB50-9F25-86835BA477B5}"/>
                  </a:ext>
                </a:extLst>
              </p14:cNvPr>
              <p14:cNvContentPartPr/>
              <p14:nvPr/>
            </p14:nvContentPartPr>
            <p14:xfrm>
              <a:off x="6379726" y="4169458"/>
              <a:ext cx="12600" cy="45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0443E01-1BA8-DB50-9F25-86835BA477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73606" y="4163338"/>
                <a:ext cx="2484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6BD440E-1AD7-CD1B-D8AF-1CAB0BB67CC3}"/>
              </a:ext>
            </a:extLst>
          </p:cNvPr>
          <p:cNvGrpSpPr/>
          <p:nvPr/>
        </p:nvGrpSpPr>
        <p:grpSpPr>
          <a:xfrm>
            <a:off x="5949526" y="3516418"/>
            <a:ext cx="489240" cy="485280"/>
            <a:chOff x="5949526" y="3516418"/>
            <a:chExt cx="48924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49297D-972B-88C7-917D-F4D2B35D1812}"/>
                    </a:ext>
                  </a:extLst>
                </p14:cNvPr>
                <p14:cNvContentPartPr/>
                <p14:nvPr/>
              </p14:nvContentPartPr>
              <p14:xfrm>
                <a:off x="5949526" y="3709738"/>
                <a:ext cx="20520" cy="251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49297D-972B-88C7-917D-F4D2B35D181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43406" y="3703618"/>
                  <a:ext cx="32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5009CE-DB68-F0AF-1B6D-34537E5DD5E9}"/>
                    </a:ext>
                  </a:extLst>
                </p14:cNvPr>
                <p14:cNvContentPartPr/>
                <p14:nvPr/>
              </p14:nvContentPartPr>
              <p14:xfrm>
                <a:off x="5980126" y="3549538"/>
                <a:ext cx="252720" cy="452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5009CE-DB68-F0AF-1B6D-34537E5DD5E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74006" y="3543418"/>
                  <a:ext cx="2649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02DEA9B-8802-4DA7-DFE8-A1451FC4CCCF}"/>
                    </a:ext>
                  </a:extLst>
                </p14:cNvPr>
                <p14:cNvContentPartPr/>
                <p14:nvPr/>
              </p14:nvContentPartPr>
              <p14:xfrm>
                <a:off x="6368206" y="3516418"/>
                <a:ext cx="70560" cy="408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02DEA9B-8802-4DA7-DFE8-A1451FC4CCC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62086" y="3510298"/>
                  <a:ext cx="828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BA4D898-848D-1FC1-B82A-86A07D2BAF3F}"/>
                    </a:ext>
                  </a:extLst>
                </p14:cNvPr>
                <p14:cNvContentPartPr/>
                <p14:nvPr/>
              </p14:nvContentPartPr>
              <p14:xfrm>
                <a:off x="6253726" y="3523618"/>
                <a:ext cx="168840" cy="102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BA4D898-848D-1FC1-B82A-86A07D2BAF3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47606" y="3517498"/>
                  <a:ext cx="18108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E43DBC8-4C3A-E3FE-E91F-E2CB8FC09B76}"/>
              </a:ext>
            </a:extLst>
          </p:cNvPr>
          <p:cNvGrpSpPr/>
          <p:nvPr/>
        </p:nvGrpSpPr>
        <p:grpSpPr>
          <a:xfrm>
            <a:off x="8291059" y="1353635"/>
            <a:ext cx="2153160" cy="3427920"/>
            <a:chOff x="8291059" y="1353635"/>
            <a:chExt cx="2153160" cy="342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3FE2CC2-8791-8BDF-C191-6411C1603C7F}"/>
                    </a:ext>
                  </a:extLst>
                </p14:cNvPr>
                <p14:cNvContentPartPr/>
                <p14:nvPr/>
              </p14:nvContentPartPr>
              <p14:xfrm>
                <a:off x="8670766" y="3289978"/>
                <a:ext cx="360" cy="239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3FE2CC2-8791-8BDF-C191-6411C1603C7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64646" y="3283858"/>
                  <a:ext cx="126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617BFA7-C73E-2B52-41C9-3DC6A76E1779}"/>
                    </a:ext>
                  </a:extLst>
                </p14:cNvPr>
                <p14:cNvContentPartPr/>
                <p14:nvPr/>
              </p14:nvContentPartPr>
              <p14:xfrm>
                <a:off x="8670766" y="3276658"/>
                <a:ext cx="168840" cy="212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617BFA7-C73E-2B52-41C9-3DC6A76E177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64646" y="3270538"/>
                  <a:ext cx="181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DDF42A0-E63B-18FE-8897-5F845EF9131D}"/>
                    </a:ext>
                  </a:extLst>
                </p14:cNvPr>
                <p14:cNvContentPartPr/>
                <p14:nvPr/>
              </p14:nvContentPartPr>
              <p14:xfrm>
                <a:off x="8891806" y="3415978"/>
                <a:ext cx="15732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DDF42A0-E63B-18FE-8897-5F845EF9131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885686" y="3409858"/>
                  <a:ext cx="169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490C8D8-F638-D434-3B8A-832EFD82A420}"/>
                    </a:ext>
                  </a:extLst>
                </p14:cNvPr>
                <p14:cNvContentPartPr/>
                <p14:nvPr/>
              </p14:nvContentPartPr>
              <p14:xfrm>
                <a:off x="9122566" y="3272338"/>
                <a:ext cx="144360" cy="195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490C8D8-F638-D434-3B8A-832EFD82A42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16446" y="3266218"/>
                  <a:ext cx="1566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99E5DA-AA7E-ACEC-494B-5C390E902B36}"/>
                    </a:ext>
                  </a:extLst>
                </p14:cNvPr>
                <p14:cNvContentPartPr/>
                <p14:nvPr/>
              </p14:nvContentPartPr>
              <p14:xfrm>
                <a:off x="9217606" y="3426418"/>
                <a:ext cx="360" cy="292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99E5DA-AA7E-ACEC-494B-5C390E902B3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11486" y="3420298"/>
                  <a:ext cx="12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7215AE-9D3E-319E-CC10-118C754FF50C}"/>
                    </a:ext>
                  </a:extLst>
                </p14:cNvPr>
                <p14:cNvContentPartPr/>
                <p14:nvPr/>
              </p14:nvContentPartPr>
              <p14:xfrm>
                <a:off x="9567259" y="2076515"/>
                <a:ext cx="876960" cy="983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7215AE-9D3E-319E-CC10-118C754FF50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561139" y="2070395"/>
                  <a:ext cx="88920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10C91B-D511-524B-15CC-DAA21144787E}"/>
                    </a:ext>
                  </a:extLst>
                </p14:cNvPr>
                <p14:cNvContentPartPr/>
                <p14:nvPr/>
              </p14:nvContentPartPr>
              <p14:xfrm>
                <a:off x="8780659" y="3151475"/>
                <a:ext cx="1313640" cy="1630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10C91B-D511-524B-15CC-DAA21144787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74539" y="3145355"/>
                  <a:ext cx="1325880" cy="16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0F03393-9D83-0EB5-2510-2AD7CB6127F4}"/>
                    </a:ext>
                  </a:extLst>
                </p14:cNvPr>
                <p14:cNvContentPartPr/>
                <p14:nvPr/>
              </p14:nvContentPartPr>
              <p14:xfrm>
                <a:off x="8291059" y="1353635"/>
                <a:ext cx="1909800" cy="822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0F03393-9D83-0EB5-2510-2AD7CB6127F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84939" y="1347515"/>
                  <a:ext cx="1922040" cy="8352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E712C42-67BB-6342-7885-23BB40E7FDEF}"/>
              </a:ext>
            </a:extLst>
          </p:cNvPr>
          <p:cNvCxnSpPr/>
          <p:nvPr/>
        </p:nvCxnSpPr>
        <p:spPr>
          <a:xfrm flipH="1">
            <a:off x="6684885" y="346229"/>
            <a:ext cx="461639" cy="390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6425E9-7693-82ED-F51E-F2F294A40584}"/>
              </a:ext>
            </a:extLst>
          </p:cNvPr>
          <p:cNvCxnSpPr/>
          <p:nvPr/>
        </p:nvCxnSpPr>
        <p:spPr>
          <a:xfrm flipH="1">
            <a:off x="7581530" y="736847"/>
            <a:ext cx="568171" cy="719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16D6E2-DDE2-3A50-EF54-E7089E040F00}"/>
              </a:ext>
            </a:extLst>
          </p:cNvPr>
          <p:cNvCxnSpPr>
            <a:cxnSpLocks/>
          </p:cNvCxnSpPr>
          <p:nvPr/>
        </p:nvCxnSpPr>
        <p:spPr>
          <a:xfrm flipH="1" flipV="1">
            <a:off x="7013359" y="2795606"/>
            <a:ext cx="852256" cy="355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7B29144-849A-D030-3D0D-3A2A4D261F18}"/>
              </a:ext>
            </a:extLst>
          </p:cNvPr>
          <p:cNvSpPr txBox="1"/>
          <p:nvPr/>
        </p:nvSpPr>
        <p:spPr>
          <a:xfrm>
            <a:off x="9194746" y="5548544"/>
            <a:ext cx="2343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Middle can be B now?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053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8.0 --">
            <a:extLst>
              <a:ext uri="{FF2B5EF4-FFF2-40B4-BE49-F238E27FC236}">
                <a16:creationId xmlns:a16="http://schemas.microsoft.com/office/drawing/2014/main" id="{7D82F203-EA88-BDB8-0331-21BC90E261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263" y="0"/>
            <a:ext cx="1002188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5C2884-BF93-BE70-73BC-22FD7FB8ED1C}"/>
              </a:ext>
            </a:extLst>
          </p:cNvPr>
          <p:cNvSpPr txBox="1"/>
          <p:nvPr/>
        </p:nvSpPr>
        <p:spPr>
          <a:xfrm>
            <a:off x="8504806" y="301841"/>
            <a:ext cx="2725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Assume maximal planarity.  Try to get (*) to become B or Y.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AC5D6-60D4-2D12-7B89-280F0A6C2E45}"/>
              </a:ext>
            </a:extLst>
          </p:cNvPr>
          <p:cNvSpPr txBox="1"/>
          <p:nvPr/>
        </p:nvSpPr>
        <p:spPr>
          <a:xfrm>
            <a:off x="-14797" y="6334780"/>
            <a:ext cx="12206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“the </a:t>
            </a:r>
            <a:r>
              <a:rPr lang="en-GB" sz="1400" b="1" dirty="0">
                <a:solidFill>
                  <a:schemeClr val="bg1"/>
                </a:solidFill>
              </a:rPr>
              <a:t>four </a:t>
            </a:r>
            <a:r>
              <a:rPr lang="en-GB" sz="1400" b="1" dirty="0" err="1">
                <a:solidFill>
                  <a:schemeClr val="bg1"/>
                </a:solidFill>
              </a:rPr>
              <a:t>color</a:t>
            </a:r>
            <a:r>
              <a:rPr lang="en-GB" sz="1400" b="1" dirty="0">
                <a:solidFill>
                  <a:schemeClr val="bg1"/>
                </a:solidFill>
              </a:rPr>
              <a:t> map theorem</a:t>
            </a:r>
            <a:r>
              <a:rPr lang="en-GB" sz="1400" dirty="0">
                <a:solidFill>
                  <a:schemeClr val="bg1"/>
                </a:solidFill>
              </a:rPr>
              <a:t>, states that no more than four </a:t>
            </a:r>
            <a:r>
              <a:rPr lang="en-GB" sz="1400" dirty="0" err="1">
                <a:solidFill>
                  <a:schemeClr val="bg1"/>
                </a:solidFill>
                <a:hlinkClick r:id="rId3" tooltip="Col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colors</a:t>
            </a:r>
            <a:r>
              <a:rPr lang="en-GB" sz="1400" dirty="0">
                <a:solidFill>
                  <a:schemeClr val="bg1"/>
                </a:solidFill>
              </a:rPr>
              <a:t> are required to </a:t>
            </a:r>
            <a:r>
              <a:rPr lang="en-GB" sz="1400" dirty="0" err="1">
                <a:solidFill>
                  <a:schemeClr val="bg1"/>
                </a:solidFill>
              </a:rPr>
              <a:t>color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>
                <a:solidFill>
                  <a:schemeClr val="bg1"/>
                </a:solidFill>
                <a:highlight>
                  <a:srgbClr val="FFFF00"/>
                </a:highlight>
              </a:rPr>
              <a:t>the regions of any map </a:t>
            </a:r>
            <a:r>
              <a:rPr lang="en-GB" sz="1400" dirty="0">
                <a:solidFill>
                  <a:schemeClr val="bg1"/>
                </a:solidFill>
              </a:rPr>
              <a:t>so that no two adjacent regions have the same </a:t>
            </a:r>
            <a:r>
              <a:rPr lang="en-GB" sz="1400" dirty="0" err="1">
                <a:solidFill>
                  <a:schemeClr val="bg1"/>
                </a:solidFill>
              </a:rPr>
              <a:t>color</a:t>
            </a:r>
            <a:r>
              <a:rPr lang="en-GB" sz="1400" dirty="0">
                <a:solidFill>
                  <a:schemeClr val="bg1"/>
                </a:solidFill>
              </a:rPr>
              <a:t>.” This means maximal planarity must be assumed. Doing this also doesn’t seem to break anything we did previously though.</a:t>
            </a:r>
            <a:endParaRPr lang="en-CA" sz="1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7CCC2-858C-2F50-5A6E-B8B29BF56A5B}"/>
              </a:ext>
            </a:extLst>
          </p:cNvPr>
          <p:cNvSpPr txBox="1"/>
          <p:nvPr/>
        </p:nvSpPr>
        <p:spPr>
          <a:xfrm>
            <a:off x="8176334" y="5717220"/>
            <a:ext cx="408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*</a:t>
            </a:r>
            <a:endParaRPr lang="en-CA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97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9.0 --">
            <a:extLst>
              <a:ext uri="{FF2B5EF4-FFF2-40B4-BE49-F238E27FC236}">
                <a16:creationId xmlns:a16="http://schemas.microsoft.com/office/drawing/2014/main" id="{E06B352B-FC2F-9356-070E-13C4FBFB392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588" y="0"/>
            <a:ext cx="914082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7A7778-6B4C-3846-BB25-AB6ABA9FB305}"/>
              </a:ext>
            </a:extLst>
          </p:cNvPr>
          <p:cNvSpPr txBox="1"/>
          <p:nvPr/>
        </p:nvSpPr>
        <p:spPr>
          <a:xfrm>
            <a:off x="0" y="6211669"/>
            <a:ext cx="11665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Get rid of R-G Kempe Chain on left side. This makes it harder to make the bottom right (RED) a BLUE or YELLOW (our attempt).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C8455-7C65-6EF6-26A4-79DB136B313A}"/>
              </a:ext>
            </a:extLst>
          </p:cNvPr>
          <p:cNvSpPr txBox="1"/>
          <p:nvPr/>
        </p:nvSpPr>
        <p:spPr>
          <a:xfrm>
            <a:off x="7705818" y="5750004"/>
            <a:ext cx="408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*</a:t>
            </a:r>
            <a:endParaRPr lang="en-CA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043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0.0 --">
            <a:extLst>
              <a:ext uri="{FF2B5EF4-FFF2-40B4-BE49-F238E27FC236}">
                <a16:creationId xmlns:a16="http://schemas.microsoft.com/office/drawing/2014/main" id="{A6A5FF54-DDCE-36D2-8D19-7CC2889B42B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950" y="0"/>
            <a:ext cx="892651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7A2A84-474B-6EAB-CB27-4FA926ABFB89}"/>
              </a:ext>
            </a:extLst>
          </p:cNvPr>
          <p:cNvSpPr txBox="1"/>
          <p:nvPr/>
        </p:nvSpPr>
        <p:spPr>
          <a:xfrm>
            <a:off x="71951" y="221942"/>
            <a:ext cx="12172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There is NO </a:t>
            </a:r>
            <a:r>
              <a:rPr lang="en-GB" dirty="0" err="1">
                <a:solidFill>
                  <a:schemeClr val="bg1"/>
                </a:solidFill>
              </a:rPr>
              <a:t>kempe</a:t>
            </a:r>
            <a:r>
              <a:rPr lang="en-GB" dirty="0">
                <a:solidFill>
                  <a:schemeClr val="bg1"/>
                </a:solidFill>
              </a:rPr>
              <a:t> chain from Blue to Red (</a:t>
            </a:r>
            <a:r>
              <a:rPr lang="en-GB" dirty="0" err="1">
                <a:solidFill>
                  <a:schemeClr val="bg1"/>
                </a:solidFill>
              </a:rPr>
              <a:t>gray</a:t>
            </a:r>
            <a:r>
              <a:rPr lang="en-GB" dirty="0">
                <a:solidFill>
                  <a:schemeClr val="bg1"/>
                </a:solidFill>
              </a:rPr>
              <a:t> line). The original B-G </a:t>
            </a:r>
            <a:r>
              <a:rPr lang="en-GB" dirty="0" err="1">
                <a:solidFill>
                  <a:schemeClr val="bg1"/>
                </a:solidFill>
              </a:rPr>
              <a:t>kempe</a:t>
            </a:r>
            <a:r>
              <a:rPr lang="en-GB" dirty="0">
                <a:solidFill>
                  <a:schemeClr val="bg1"/>
                </a:solidFill>
              </a:rPr>
              <a:t> chain blocks it off, and there is Y on top now.</a:t>
            </a:r>
          </a:p>
          <a:p>
            <a:r>
              <a:rPr lang="en-GB" dirty="0">
                <a:solidFill>
                  <a:schemeClr val="bg1"/>
                </a:solidFill>
              </a:rPr>
              <a:t>Toggling Y-B </a:t>
            </a:r>
            <a:r>
              <a:rPr lang="en-GB" dirty="0" err="1">
                <a:solidFill>
                  <a:schemeClr val="bg1"/>
                </a:solidFill>
              </a:rPr>
              <a:t>kempe</a:t>
            </a:r>
            <a:r>
              <a:rPr lang="en-GB" dirty="0">
                <a:solidFill>
                  <a:schemeClr val="bg1"/>
                </a:solidFill>
              </a:rPr>
              <a:t> chain on top doesn’t nothing.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07F03-DCB2-6A0A-D083-30E13BA628B7}"/>
              </a:ext>
            </a:extLst>
          </p:cNvPr>
          <p:cNvSpPr txBox="1"/>
          <p:nvPr/>
        </p:nvSpPr>
        <p:spPr>
          <a:xfrm>
            <a:off x="7705818" y="5750004"/>
            <a:ext cx="408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*</a:t>
            </a:r>
            <a:endParaRPr lang="en-CA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442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1.0 --">
            <a:extLst>
              <a:ext uri="{FF2B5EF4-FFF2-40B4-BE49-F238E27FC236}">
                <a16:creationId xmlns:a16="http://schemas.microsoft.com/office/drawing/2014/main" id="{E290F457-FCB6-5E93-7F2B-BE46356655D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950" y="0"/>
            <a:ext cx="892651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68841A-1F98-8445-C0A2-EB76F58F6CF7}"/>
              </a:ext>
            </a:extLst>
          </p:cNvPr>
          <p:cNvSpPr txBox="1"/>
          <p:nvPr/>
        </p:nvSpPr>
        <p:spPr>
          <a:xfrm>
            <a:off x="372862" y="550415"/>
            <a:ext cx="3798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There can be </a:t>
            </a:r>
            <a:r>
              <a:rPr lang="en-GB" dirty="0" err="1">
                <a:solidFill>
                  <a:schemeClr val="bg1"/>
                </a:solidFill>
              </a:rPr>
              <a:t>kempe</a:t>
            </a:r>
            <a:r>
              <a:rPr lang="en-GB" dirty="0">
                <a:solidFill>
                  <a:schemeClr val="bg1"/>
                </a:solidFill>
              </a:rPr>
              <a:t> chain from R-Y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5E0B6-A99C-24AE-F3DE-59A54E37D944}"/>
              </a:ext>
            </a:extLst>
          </p:cNvPr>
          <p:cNvSpPr txBox="1"/>
          <p:nvPr/>
        </p:nvSpPr>
        <p:spPr>
          <a:xfrm>
            <a:off x="7705818" y="5750004"/>
            <a:ext cx="408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*</a:t>
            </a:r>
            <a:endParaRPr lang="en-CA" sz="24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1C359F-CC6B-B61F-B500-10EEE8AC0076}"/>
              </a:ext>
            </a:extLst>
          </p:cNvPr>
          <p:cNvSpPr txBox="1"/>
          <p:nvPr/>
        </p:nvSpPr>
        <p:spPr>
          <a:xfrm>
            <a:off x="7858218" y="5902404"/>
            <a:ext cx="408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*</a:t>
            </a:r>
            <a:endParaRPr lang="en-CA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953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2.0 --">
            <a:extLst>
              <a:ext uri="{FF2B5EF4-FFF2-40B4-BE49-F238E27FC236}">
                <a16:creationId xmlns:a16="http://schemas.microsoft.com/office/drawing/2014/main" id="{E6DFE908-DD26-7F1B-CCF2-7EF3B6B6C69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950" y="0"/>
            <a:ext cx="892651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E809B2-F008-F800-68F6-0491EF098879}"/>
              </a:ext>
            </a:extLst>
          </p:cNvPr>
          <p:cNvSpPr txBox="1"/>
          <p:nvPr/>
        </p:nvSpPr>
        <p:spPr>
          <a:xfrm>
            <a:off x="7430610" y="6087355"/>
            <a:ext cx="3808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* </a:t>
            </a:r>
            <a:r>
              <a:rPr lang="en-GB" sz="3200" b="1" dirty="0">
                <a:solidFill>
                  <a:schemeClr val="bg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to blue</a:t>
            </a:r>
            <a:endParaRPr lang="en-CA" sz="3200" b="1" dirty="0">
              <a:solidFill>
                <a:schemeClr val="bg2">
                  <a:lumMod val="50000"/>
                  <a:lumOff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D5F04-12EE-E259-7250-285909AEF70B}"/>
              </a:ext>
            </a:extLst>
          </p:cNvPr>
          <p:cNvSpPr txBox="1"/>
          <p:nvPr/>
        </p:nvSpPr>
        <p:spPr>
          <a:xfrm>
            <a:off x="5622813" y="3629720"/>
            <a:ext cx="944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accent2"/>
                </a:solidFill>
                <a:highlight>
                  <a:srgbClr val="FFFF00"/>
                </a:highlight>
              </a:rPr>
              <a:t>**</a:t>
            </a:r>
            <a:endParaRPr lang="en-CA" sz="3200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1A29D-91D4-8677-67FC-74E914A9A783}"/>
              </a:ext>
            </a:extLst>
          </p:cNvPr>
          <p:cNvSpPr txBox="1"/>
          <p:nvPr/>
        </p:nvSpPr>
        <p:spPr>
          <a:xfrm>
            <a:off x="6095206" y="4332303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RED</a:t>
            </a:r>
            <a:endParaRPr lang="en-CA" dirty="0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4A5895-61B4-EC49-DBA6-35AE0E625D98}"/>
              </a:ext>
            </a:extLst>
          </p:cNvPr>
          <p:cNvSpPr txBox="1"/>
          <p:nvPr/>
        </p:nvSpPr>
        <p:spPr>
          <a:xfrm>
            <a:off x="1213967" y="844858"/>
            <a:ext cx="3284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Counterexample doesn’t work?</a:t>
            </a:r>
            <a:endParaRPr lang="en-CA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14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191</Words>
  <Application>Microsoft Office PowerPoint</Application>
  <PresentationFormat>Widescreen</PresentationFormat>
  <Paragraphs>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Counterexample doesn’t work?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Zheng</dc:creator>
  <cp:lastModifiedBy>Alex Zheng</cp:lastModifiedBy>
  <cp:revision>4</cp:revision>
  <dcterms:created xsi:type="dcterms:W3CDTF">2026-02-05T23:30:31Z</dcterms:created>
  <dcterms:modified xsi:type="dcterms:W3CDTF">2026-02-06T00:31:24Z</dcterms:modified>
</cp:coreProperties>
</file>